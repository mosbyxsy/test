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dc89ee99084bba" /><Relationship Type="http://schemas.openxmlformats.org/officeDocument/2006/relationships/extended-properties" Target="/docProps/app.xml" Id="R58518afe70bb4735" /><Relationship Type="http://schemas.openxmlformats.org/officeDocument/2006/relationships/officeDocument" Target="/ppt/presentation.xml" Id="R15a4bf6a628f4b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a20b2dfcba4f06"/>
  </p:sldMasterIdLst>
  <p:notesMasterIdLst>
    <p:notesMasterId xmlns:r="http://schemas.openxmlformats.org/officeDocument/2006/relationships" r:id="Rdd3a85cbc42448cb"/>
  </p:notesMasterIdLst>
  <p:sldIdLst>
    <p:sldId xmlns:r="http://schemas.openxmlformats.org/officeDocument/2006/relationships" id="256" r:id="R4ac8e8746d1a43fe"/>
    <p:sldId xmlns:r="http://schemas.openxmlformats.org/officeDocument/2006/relationships" id="257" r:id="R1e410b58dc3349d3"/>
    <p:sldId xmlns:r="http://schemas.openxmlformats.org/officeDocument/2006/relationships" id="258" r:id="Raacc6766186a48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357b699a01404d" /><Relationship Type="http://schemas.openxmlformats.org/officeDocument/2006/relationships/slideMaster" Target="/ppt/slideMasters/slideMaster1.xml" Id="R29a20b2dfcba4f06" /><Relationship Type="http://schemas.openxmlformats.org/officeDocument/2006/relationships/notesMaster" Target="/ppt/notesMasters/notesMaster1.xml" Id="Rdd3a85cbc42448cb" /><Relationship Type="http://schemas.openxmlformats.org/officeDocument/2006/relationships/presProps" Target="/ppt/presProps.xml" Id="R93c9c6d70fc84d12" /><Relationship Type="http://schemas.openxmlformats.org/officeDocument/2006/relationships/tableStyles" Target="/ppt/tableStyles.xml" Id="Re3cc2c36fc5244c5" /><Relationship Type="http://schemas.openxmlformats.org/officeDocument/2006/relationships/slide" Target="/ppt/slides/slide1.xml" Id="R4ac8e8746d1a43fe" /><Relationship Type="http://schemas.openxmlformats.org/officeDocument/2006/relationships/slide" Target="/ppt/slides/slide2.xml" Id="R1e410b58dc3349d3" /><Relationship Type="http://schemas.openxmlformats.org/officeDocument/2006/relationships/slide" Target="/ppt/slides/slide3.xml" Id="Raacc6766186a48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e58ba6e0a84c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e81778392f48f9" /><Relationship Type="http://schemas.openxmlformats.org/officeDocument/2006/relationships/notesMaster" Target="/ppt/notesMasters/notesMaster1.xml" Id="R0bd356addec446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9d8569cd404a01" /><Relationship Type="http://schemas.openxmlformats.org/officeDocument/2006/relationships/notesMaster" Target="/ppt/notesMasters/notesMaster1.xml" Id="R386c34168cda45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1e7c4746f24275" /><Relationship Type="http://schemas.openxmlformats.org/officeDocument/2006/relationships/notesMaster" Target="/ppt/notesMasters/notesMaster1.xml" Id="R1ee481b2e9564f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2ae40b39b4c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debd90ad646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480e994dc4e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4c402a0904e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a07171eea46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3c986bf1a41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8CE0C9-95F5-4A34-8276-B4E3AEB440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E6991B-6982-49AB-84AA-27A31E6CA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FAD0C7-71AA-4D90-A651-4E20215086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BA8D74-2A7A-41F4-B7E1-0905F91093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5CC032-6AF5-4B79-8BD2-67470FF654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BFE714-0B78-4597-BF21-B74CFA718E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C3F4D4-6A5E-45EB-91D4-6BAE566B54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8CDB45-B1BF-4D6E-B131-CB6D209C22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5C2FE6-8DAE-436B-9DC1-4FBD041DA3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72B455-6913-4DDF-B75A-51AA8E4571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3f62a9062f4e04" /><Relationship Type="http://schemas.openxmlformats.org/officeDocument/2006/relationships/slideLayout" Target="/ppt/slideLayouts/slideLayout1.xml" Id="Rcc64e04d6f4d4460" /><Relationship Type="http://schemas.openxmlformats.org/officeDocument/2006/relationships/slideLayout" Target="/ppt/slideLayouts/slideLayout2.xml" Id="Rd52e0f6f179f43a9" /><Relationship Type="http://schemas.openxmlformats.org/officeDocument/2006/relationships/slideLayout" Target="/ppt/slideLayouts/slideLayout3.xml" Id="R74ba8b63b2044814" /><Relationship Type="http://schemas.openxmlformats.org/officeDocument/2006/relationships/slideLayout" Target="/ppt/slideLayouts/slideLayout4.xml" Id="R2daab24b34714837" /><Relationship Type="http://schemas.openxmlformats.org/officeDocument/2006/relationships/slideLayout" Target="/ppt/slideLayouts/slideLayout5.xml" Id="R2af6149ea3fd4dfa" /><Relationship Type="http://schemas.openxmlformats.org/officeDocument/2006/relationships/slideLayout" Target="/ppt/slideLayouts/slideLayout6.xml" Id="R14d431754a2a40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64e04d6f4d4460"/>
    <p:sldLayoutId xmlns:r="http://schemas.openxmlformats.org/officeDocument/2006/relationships" id="2147483650" r:id="Rd52e0f6f179f43a9"/>
    <p:sldLayoutId xmlns:r="http://schemas.openxmlformats.org/officeDocument/2006/relationships" id="2147483651" r:id="R74ba8b63b2044814"/>
    <p:sldLayoutId xmlns:r="http://schemas.openxmlformats.org/officeDocument/2006/relationships" id="2147483652" r:id="R2daab24b34714837"/>
    <p:sldLayoutId xmlns:r="http://schemas.openxmlformats.org/officeDocument/2006/relationships" id="2147483653" r:id="R2af6149ea3fd4dfa"/>
    <p:sldLayoutId xmlns:r="http://schemas.openxmlformats.org/officeDocument/2006/relationships" id="2147483654" r:id="R14d431754a2a40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6786c44894039" /><Relationship Type="http://schemas.openxmlformats.org/officeDocument/2006/relationships/notesSlide" Target="/ppt/notesSlides/notesSlide1.xml" Id="R5edb0483d6bf4d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b43e95f4634a5a" /><Relationship Type="http://schemas.openxmlformats.org/officeDocument/2006/relationships/image" Target="/ppt/media/image.png" Id="Rece1f9204b3e48ab" /><Relationship Type="http://schemas.openxmlformats.org/officeDocument/2006/relationships/notesSlide" Target="/ppt/notesSlides/notesSlide2.xml" Id="R7950c0026a5e4d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e6b479cbc54f22" /><Relationship Type="http://schemas.openxmlformats.org/officeDocument/2006/relationships/notesSlide" Target="/ppt/notesSlides/notesSlide3.xml" Id="R674db66dc4f541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91041-B3A1-475D-B4A0-DDC6514C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53D60"/>
                </a:solidFill>
              </a:defRPr>
            </a:defPPr>
            <a:lvl1pPr>
              <a:defRPr sz="3300" b="1">
                <a:solidFill>
                  <a:srgbClr val="253D60"/>
                </a:solidFill>
              </a:defRPr>
            </a:lvl1pPr>
            <a:lvl2pPr>
              <a:defRPr sz="3300" b="1">
                <a:solidFill>
                  <a:srgbClr val="253D60"/>
                </a:solidFill>
              </a:defRPr>
            </a:lvl2pPr>
            <a:lvl3pPr>
              <a:defRPr sz="3300" b="1">
                <a:solidFill>
                  <a:srgbClr val="253D60"/>
                </a:solidFill>
              </a:defRPr>
            </a:lvl3pPr>
            <a:lvl4pPr>
              <a:defRPr sz="3300" b="1">
                <a:solidFill>
                  <a:srgbClr val="253D60"/>
                </a:solidFill>
              </a:defRPr>
            </a:lvl4pPr>
            <a:lvl5pPr>
              <a:defRPr sz="3300" b="1">
                <a:solidFill>
                  <a:srgbClr val="253D60"/>
                </a:solidFill>
              </a:defRPr>
            </a:lvl5pPr>
            <a:lvl6pPr>
              <a:defRPr sz="3300" b="1">
                <a:solidFill>
                  <a:srgbClr val="253D60"/>
                </a:solidFill>
              </a:defRPr>
            </a:lvl6pPr>
            <a:lvl7pPr>
              <a:defRPr sz="3300" b="1">
                <a:solidFill>
                  <a:srgbClr val="253D60"/>
                </a:solidFill>
              </a:defRPr>
            </a:lvl7pPr>
            <a:lvl8pPr>
              <a:defRPr sz="3300" b="1">
                <a:solidFill>
                  <a:srgbClr val="253D60"/>
                </a:solidFill>
              </a:defRPr>
            </a:lvl8pPr>
            <a:lvl9pPr>
              <a:defRPr sz="3300" b="1">
                <a:solidFill>
                  <a:srgbClr val="253D60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D60"/>
                </a:solidFill>
              </a:defRPr>
            </a:pPr>
            <a:r>
              <a:rPr sz="3300" b="1">
                <a:solidFill>
                  <a:srgbClr val="253D60"/>
                </a:solidFill>
              </a:rPr>
              <a:t>PowerPoint 内容预览测试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4F6E5-91EE-40C8-A304-5CCCE04B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3D60"/>
                </a:solidFill>
              </a:defRPr>
            </a:defPPr>
            <a:lvl1pPr>
              <a:defRPr sz="2250" b="1">
                <a:solidFill>
                  <a:srgbClr val="253D60"/>
                </a:solidFill>
              </a:defRPr>
            </a:lvl1pPr>
            <a:lvl2pPr>
              <a:defRPr sz="2250" b="1">
                <a:solidFill>
                  <a:srgbClr val="253D60"/>
                </a:solidFill>
              </a:defRPr>
            </a:lvl2pPr>
            <a:lvl3pPr>
              <a:defRPr sz="2250" b="1">
                <a:solidFill>
                  <a:srgbClr val="253D60"/>
                </a:solidFill>
              </a:defRPr>
            </a:lvl3pPr>
            <a:lvl4pPr>
              <a:defRPr sz="2250" b="1">
                <a:solidFill>
                  <a:srgbClr val="253D60"/>
                </a:solidFill>
              </a:defRPr>
            </a:lvl4pPr>
            <a:lvl5pPr>
              <a:defRPr sz="2250" b="1">
                <a:solidFill>
                  <a:srgbClr val="253D60"/>
                </a:solidFill>
              </a:defRPr>
            </a:lvl5pPr>
            <a:lvl6pPr>
              <a:defRPr sz="2250" b="1">
                <a:solidFill>
                  <a:srgbClr val="253D60"/>
                </a:solidFill>
              </a:defRPr>
            </a:lvl6pPr>
            <a:lvl7pPr>
              <a:defRPr sz="2250" b="1">
                <a:solidFill>
                  <a:srgbClr val="253D60"/>
                </a:solidFill>
              </a:defRPr>
            </a:lvl7pPr>
            <a:lvl8pPr>
              <a:defRPr sz="2250" b="1">
                <a:solidFill>
                  <a:srgbClr val="253D60"/>
                </a:solidFill>
              </a:defRPr>
            </a:lvl8pPr>
            <a:lvl9pPr>
              <a:defRPr sz="2250" b="1">
                <a:solidFill>
                  <a:srgbClr val="253D6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53D60"/>
                </a:solidFill>
              </a:defRPr>
            </a:pPr>
            <a:r>
              <a:rPr sz="2250" b="1">
                <a:solidFill>
                  <a:srgbClr val="253D60"/>
                </a:solidFill>
              </a:rPr>
              <a:t>第 1 页  中文正文与段落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8ADE6-43D9-465E-9513-BF6115C9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D60"/>
                </a:solidFill>
              </a:defRPr>
            </a:defPPr>
            <a:lvl1pPr>
              <a:defRPr sz="2100" b="0">
                <a:solidFill>
                  <a:srgbClr val="253D60"/>
                </a:solidFill>
              </a:defRPr>
            </a:lvl1pPr>
            <a:lvl2pPr>
              <a:defRPr sz="2100" b="0">
                <a:solidFill>
                  <a:srgbClr val="253D60"/>
                </a:solidFill>
              </a:defRPr>
            </a:lvl2pPr>
            <a:lvl3pPr>
              <a:defRPr sz="2100" b="0">
                <a:solidFill>
                  <a:srgbClr val="253D60"/>
                </a:solidFill>
              </a:defRPr>
            </a:lvl3pPr>
            <a:lvl4pPr>
              <a:defRPr sz="2100" b="0">
                <a:solidFill>
                  <a:srgbClr val="253D60"/>
                </a:solidFill>
              </a:defRPr>
            </a:lvl4pPr>
            <a:lvl5pPr>
              <a:defRPr sz="2100" b="0">
                <a:solidFill>
                  <a:srgbClr val="253D60"/>
                </a:solidFill>
              </a:defRPr>
            </a:lvl5pPr>
            <a:lvl6pPr>
              <a:defRPr sz="2100" b="0">
                <a:solidFill>
                  <a:srgbClr val="253D60"/>
                </a:solidFill>
              </a:defRPr>
            </a:lvl6pPr>
            <a:lvl7pPr>
              <a:defRPr sz="2100" b="0">
                <a:solidFill>
                  <a:srgbClr val="253D60"/>
                </a:solidFill>
              </a:defRPr>
            </a:lvl7pPr>
            <a:lvl8pPr>
              <a:defRPr sz="2100" b="0">
                <a:solidFill>
                  <a:srgbClr val="253D60"/>
                </a:solidFill>
              </a:defRPr>
            </a:lvl8pPr>
            <a:lvl9pPr>
              <a:defRPr sz="2100" b="0">
                <a:solidFill>
                  <a:srgbClr val="253D60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D60"/>
                </a:solidFill>
              </a:defRPr>
            </a:pPr>
            <a:r>
              <a:rPr sz="2100" b="0">
                <a:solidFill>
                  <a:srgbClr val="253D60"/>
                </a:solidFill>
              </a:rPr>
              <a:t>本文件用于验证按页提取文字、表格与图片。</a:t>
            </a:r>
          </a:p>
          <a:p xmlns:a="http://schemas.openxmlformats.org/drawingml/2006/main">
            <a:pPr>
              <a:defRPr sz="2100" b="0">
                <a:solidFill>
                  <a:srgbClr val="253D60"/>
                </a:solidFill>
              </a:defRPr>
            </a:pPr>
            <a:r>
              <a:rPr sz="2100" b="0">
                <a:solidFill>
                  <a:srgbClr val="253D60"/>
                </a:solidFill>
              </a:rPr>
              <a:t>预览仅提供内容阅读，不还原幻灯片原始排版。</a:t>
            </a:r>
          </a:p>
          <a:p xmlns:a="http://schemas.openxmlformats.org/drawingml/2006/main">
            <a:pPr>
              <a:defRPr sz="2100" b="0">
                <a:solidFill>
                  <a:srgbClr val="253D60"/>
                </a:solidFill>
              </a:defRPr>
            </a:pPr>
            <a:r>
              <a:rPr sz="2100" b="0">
                <a:solidFill>
                  <a:srgbClr val="253D60"/>
                </a:solidFill>
              </a:rPr>
              <a:t>中文、English、数字 123 与符号 # % &amp; + 均应完整显示。</a:t>
            </a:r>
          </a:p>
        </p:txBody>
      </p:sp>
    </p:spTree>
    <p:extLst>
      <p:ext uri="{BB962C8B-B14F-4D97-AF65-F5344CB8AC3E}">
        <p14:creationId xmlns:p14="http://schemas.microsoft.com/office/powerpoint/2010/main" val="617459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97C98-1BB9-44D4-90FC-27F091D0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53D60"/>
                </a:solidFill>
              </a:defRPr>
            </a:defPPr>
            <a:lvl1pPr>
              <a:defRPr sz="3000" b="1">
                <a:solidFill>
                  <a:srgbClr val="253D60"/>
                </a:solidFill>
              </a:defRPr>
            </a:lvl1pPr>
            <a:lvl2pPr>
              <a:defRPr sz="3000" b="1">
                <a:solidFill>
                  <a:srgbClr val="253D60"/>
                </a:solidFill>
              </a:defRPr>
            </a:lvl2pPr>
            <a:lvl3pPr>
              <a:defRPr sz="3000" b="1">
                <a:solidFill>
                  <a:srgbClr val="253D60"/>
                </a:solidFill>
              </a:defRPr>
            </a:lvl3pPr>
            <a:lvl4pPr>
              <a:defRPr sz="3000" b="1">
                <a:solidFill>
                  <a:srgbClr val="253D60"/>
                </a:solidFill>
              </a:defRPr>
            </a:lvl4pPr>
            <a:lvl5pPr>
              <a:defRPr sz="3000" b="1">
                <a:solidFill>
                  <a:srgbClr val="253D60"/>
                </a:solidFill>
              </a:defRPr>
            </a:lvl5pPr>
            <a:lvl6pPr>
              <a:defRPr sz="3000" b="1">
                <a:solidFill>
                  <a:srgbClr val="253D60"/>
                </a:solidFill>
              </a:defRPr>
            </a:lvl6pPr>
            <a:lvl7pPr>
              <a:defRPr sz="3000" b="1">
                <a:solidFill>
                  <a:srgbClr val="253D60"/>
                </a:solidFill>
              </a:defRPr>
            </a:lvl7pPr>
            <a:lvl8pPr>
              <a:defRPr sz="3000" b="1">
                <a:solidFill>
                  <a:srgbClr val="253D60"/>
                </a:solidFill>
              </a:defRPr>
            </a:lvl8pPr>
            <a:lvl9pPr>
              <a:defRPr sz="3000" b="1">
                <a:solidFill>
                  <a:srgbClr val="253D60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53D60"/>
                </a:solidFill>
              </a:defRPr>
            </a:pPr>
            <a:r>
              <a:rPr sz="3000" b="1">
                <a:solidFill>
                  <a:srgbClr val="253D60"/>
                </a:solidFill>
              </a:rPr>
              <a:t>第 2 页  表格与图片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79945-2AA0-4DFC-9502-F3E40892A9D0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5334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8000"/>
                <a:gridCol w="1778000"/>
                <a:gridCol w="1778000"/>
              </a:tblGrid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53D60"/>
                          </a:solidFill>
                        </a:rPr>
                        <a:t>格式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53D60"/>
                          </a:solidFill>
                        </a:rPr>
                        <a:t>测试内容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53D60"/>
                          </a:solidFill>
                        </a:rPr>
                        <a:t>预期结果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53D60"/>
                          </a:solidFill>
                        </a:rPr>
                        <a:t>DOCX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53D60"/>
                          </a:solidFill>
                        </a:rPr>
                        <a:t>文字与表格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53D60"/>
                          </a:solidFill>
                        </a:rPr>
                        <a:t>可阅读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53D60"/>
                          </a:solidFill>
                        </a:rPr>
                        <a:t>Excel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53D60"/>
                          </a:solidFill>
                        </a:rPr>
                        <a:t>分页与切换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53D60"/>
                          </a:solidFill>
                        </a:rPr>
                        <a:t>可操作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53D60"/>
                          </a:solidFill>
                        </a:rPr>
                        <a:t>PPTX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53D60"/>
                          </a:solidFill>
                        </a:rPr>
                        <a:t>文字与图片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53D60"/>
                          </a:solidFill>
                        </a:rPr>
                        <a:t>逐页展示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F7C35-7D71-4975-BE2F-085B0D429A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1f9204b3e48ab"/>
          <a:stretch xmlns:a="http://schemas.openxmlformats.org/drawingml/2006/main"/>
        </p:blipFill>
        <p:spPr>
          <a:xfrm xmlns:a="http://schemas.openxmlformats.org/drawingml/2006/main">
            <a:off x="6572250" y="1813322"/>
            <a:ext cx="4762500" cy="267890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B98AB-DC20-4B36-AA9D-260473B0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3D60"/>
                </a:solidFill>
              </a:defRPr>
            </a:defPPr>
            <a:lvl1pPr>
              <a:defRPr sz="1875" b="0">
                <a:solidFill>
                  <a:srgbClr val="253D60"/>
                </a:solidFill>
              </a:defRPr>
            </a:lvl1pPr>
            <a:lvl2pPr>
              <a:defRPr sz="1875" b="0">
                <a:solidFill>
                  <a:srgbClr val="253D60"/>
                </a:solidFill>
              </a:defRPr>
            </a:lvl2pPr>
            <a:lvl3pPr>
              <a:defRPr sz="1875" b="0">
                <a:solidFill>
                  <a:srgbClr val="253D60"/>
                </a:solidFill>
              </a:defRPr>
            </a:lvl3pPr>
            <a:lvl4pPr>
              <a:defRPr sz="1875" b="0">
                <a:solidFill>
                  <a:srgbClr val="253D60"/>
                </a:solidFill>
              </a:defRPr>
            </a:lvl4pPr>
            <a:lvl5pPr>
              <a:defRPr sz="1875" b="0">
                <a:solidFill>
                  <a:srgbClr val="253D60"/>
                </a:solidFill>
              </a:defRPr>
            </a:lvl5pPr>
            <a:lvl6pPr>
              <a:defRPr sz="1875" b="0">
                <a:solidFill>
                  <a:srgbClr val="253D60"/>
                </a:solidFill>
              </a:defRPr>
            </a:lvl6pPr>
            <a:lvl7pPr>
              <a:defRPr sz="1875" b="0">
                <a:solidFill>
                  <a:srgbClr val="253D60"/>
                </a:solidFill>
              </a:defRPr>
            </a:lvl7pPr>
            <a:lvl8pPr>
              <a:defRPr sz="1875" b="0">
                <a:solidFill>
                  <a:srgbClr val="253D60"/>
                </a:solidFill>
              </a:defRPr>
            </a:lvl8pPr>
            <a:lvl9pPr>
              <a:defRPr sz="1875" b="0">
                <a:solidFill>
                  <a:srgbClr val="253D60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3D60"/>
                </a:solidFill>
              </a:defRPr>
            </a:pPr>
            <a:r>
              <a:rPr sz="1875" b="0">
                <a:solidFill>
                  <a:srgbClr val="253D60"/>
                </a:solidFill>
              </a:rPr>
              <a:t>表格文字与图片应同时出现在预览中。</a:t>
            </a:r>
          </a:p>
        </p:txBody>
      </p:sp>
    </p:spTree>
    <p:extLst>
      <p:ext uri="{BB962C8B-B14F-4D97-AF65-F5344CB8AC3E}">
        <p14:creationId xmlns:p14="http://schemas.microsoft.com/office/powerpoint/2010/main" val="1666792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3820D-5973-47E1-A23C-5BC05D12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53D60"/>
                </a:solidFill>
              </a:defRPr>
            </a:defPPr>
            <a:lvl1pPr>
              <a:defRPr sz="3000" b="1">
                <a:solidFill>
                  <a:srgbClr val="253D60"/>
                </a:solidFill>
              </a:defRPr>
            </a:lvl1pPr>
            <a:lvl2pPr>
              <a:defRPr sz="3000" b="1">
                <a:solidFill>
                  <a:srgbClr val="253D60"/>
                </a:solidFill>
              </a:defRPr>
            </a:lvl2pPr>
            <a:lvl3pPr>
              <a:defRPr sz="3000" b="1">
                <a:solidFill>
                  <a:srgbClr val="253D60"/>
                </a:solidFill>
              </a:defRPr>
            </a:lvl3pPr>
            <a:lvl4pPr>
              <a:defRPr sz="3000" b="1">
                <a:solidFill>
                  <a:srgbClr val="253D60"/>
                </a:solidFill>
              </a:defRPr>
            </a:lvl4pPr>
            <a:lvl5pPr>
              <a:defRPr sz="3000" b="1">
                <a:solidFill>
                  <a:srgbClr val="253D60"/>
                </a:solidFill>
              </a:defRPr>
            </a:lvl5pPr>
            <a:lvl6pPr>
              <a:defRPr sz="3000" b="1">
                <a:solidFill>
                  <a:srgbClr val="253D60"/>
                </a:solidFill>
              </a:defRPr>
            </a:lvl6pPr>
            <a:lvl7pPr>
              <a:defRPr sz="3000" b="1">
                <a:solidFill>
                  <a:srgbClr val="253D60"/>
                </a:solidFill>
              </a:defRPr>
            </a:lvl7pPr>
            <a:lvl8pPr>
              <a:defRPr sz="3000" b="1">
                <a:solidFill>
                  <a:srgbClr val="253D60"/>
                </a:solidFill>
              </a:defRPr>
            </a:lvl8pPr>
            <a:lvl9pPr>
              <a:defRPr sz="3000" b="1">
                <a:solidFill>
                  <a:srgbClr val="253D60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53D60"/>
                </a:solidFill>
              </a:defRPr>
            </a:pPr>
            <a:r>
              <a:rPr sz="3000" b="1">
                <a:solidFill>
                  <a:srgbClr val="253D60"/>
                </a:solidFill>
              </a:rPr>
              <a:t>第 3 页  顺序与长内容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FF3AB-7A39-48EE-8A06-7D684DF6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D60"/>
                </a:solidFill>
              </a:defRPr>
            </a:defPPr>
            <a:lvl1pPr>
              <a:defRPr sz="2100" b="0">
                <a:solidFill>
                  <a:srgbClr val="253D60"/>
                </a:solidFill>
              </a:defRPr>
            </a:lvl1pPr>
            <a:lvl2pPr>
              <a:defRPr sz="2100" b="0">
                <a:solidFill>
                  <a:srgbClr val="253D60"/>
                </a:solidFill>
              </a:defRPr>
            </a:lvl2pPr>
            <a:lvl3pPr>
              <a:defRPr sz="2100" b="0">
                <a:solidFill>
                  <a:srgbClr val="253D60"/>
                </a:solidFill>
              </a:defRPr>
            </a:lvl3pPr>
            <a:lvl4pPr>
              <a:defRPr sz="2100" b="0">
                <a:solidFill>
                  <a:srgbClr val="253D60"/>
                </a:solidFill>
              </a:defRPr>
            </a:lvl4pPr>
            <a:lvl5pPr>
              <a:defRPr sz="2100" b="0">
                <a:solidFill>
                  <a:srgbClr val="253D60"/>
                </a:solidFill>
              </a:defRPr>
            </a:lvl5pPr>
            <a:lvl6pPr>
              <a:defRPr sz="2100" b="0">
                <a:solidFill>
                  <a:srgbClr val="253D60"/>
                </a:solidFill>
              </a:defRPr>
            </a:lvl6pPr>
            <a:lvl7pPr>
              <a:defRPr sz="2100" b="0">
                <a:solidFill>
                  <a:srgbClr val="253D60"/>
                </a:solidFill>
              </a:defRPr>
            </a:lvl7pPr>
            <a:lvl8pPr>
              <a:defRPr sz="2100" b="0">
                <a:solidFill>
                  <a:srgbClr val="253D60"/>
                </a:solidFill>
              </a:defRPr>
            </a:lvl8pPr>
            <a:lvl9pPr>
              <a:defRPr sz="2100" b="0">
                <a:solidFill>
                  <a:srgbClr val="253D60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D60"/>
                </a:solidFill>
              </a:defRPr>
            </a:pPr>
            <a:r>
              <a:rPr sz="2100" b="0">
                <a:solidFill>
                  <a:srgbClr val="253D60"/>
                </a:solidFill>
              </a:rPr>
              <a:t>这一页应出现在表格页之后。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D60"/>
                </a:solidFill>
              </a:defRPr>
            </a:pPr>
            <a:r>
              <a:rPr sz="2100" b="0">
                <a:solidFill>
                  <a:srgbClr val="253D60"/>
                </a:solidFill>
              </a:rPr>
              <a:t>第一段：检查多页内容的连续滚动。</a:t>
            </a:r>
          </a:p>
          <a:p xmlns:a="http://schemas.openxmlformats.org/drawingml/2006/main">
            <a:pPr>
              <a:defRPr sz="2100" b="0">
                <a:solidFill>
                  <a:srgbClr val="253D60"/>
                </a:solidFill>
              </a:defRPr>
            </a:pPr>
            <a:r>
              <a:rPr sz="2100" b="0">
                <a:solidFill>
                  <a:srgbClr val="253D60"/>
                </a:solidFill>
              </a:rPr>
              <a:t>第二段：检查关闭、重新打开、页面全屏。</a:t>
            </a:r>
          </a:p>
          <a:p xmlns:a="http://schemas.openxmlformats.org/drawingml/2006/main">
            <a:pPr>
              <a:defRPr sz="2100" b="0">
                <a:solidFill>
                  <a:srgbClr val="253D60"/>
                </a:solidFill>
              </a:defRPr>
            </a:pPr>
            <a:r>
              <a:rPr sz="2100" b="0">
                <a:solidFill>
                  <a:srgbClr val="253D60"/>
                </a:solidFill>
              </a:rPr>
              <a:t>第三段：特殊文本 &lt;script&gt; 只是文字，不执行。</a:t>
            </a:r>
          </a:p>
        </p:txBody>
      </p:sp>
    </p:spTree>
    <p:extLst>
      <p:ext uri="{BB962C8B-B14F-4D97-AF65-F5344CB8AC3E}">
        <p14:creationId xmlns:p14="http://schemas.microsoft.com/office/powerpoint/2010/main" val="1901556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2026-10-20T22:03:38.1620000Z</dcterms:created>
  <dcterms:modified xsi:type="dcterms:W3CDTF">2026-10-20T22:03:38.1620000Z</dcterms:modified>
</coreProperties>
</file>